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0" d="100"/>
          <a:sy n="60" d="100"/>
        </p:scale>
        <p:origin x="1460"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733963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63881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95582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822604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649136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09388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901716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56687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920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794023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1439007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287767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5273471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603448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405198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848392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1/29/2026</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71219559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Offline Mobile Agricultural Applications</a:t>
            </a:r>
          </a:p>
        </p:txBody>
      </p:sp>
      <p:sp>
        <p:nvSpPr>
          <p:cNvPr id="3" name="Content Placeholder 2"/>
          <p:cNvSpPr>
            <a:spLocks noGrp="1"/>
          </p:cNvSpPr>
          <p:nvPr>
            <p:ph idx="1"/>
          </p:nvPr>
        </p:nvSpPr>
        <p:spPr/>
        <p:txBody>
          <a:bodyPr>
            <a:normAutofit fontScale="92500" lnSpcReduction="20000"/>
          </a:bodyPr>
          <a:lstStyle/>
          <a:p>
            <a:pPr>
              <a:lnSpc>
                <a:spcPct val="150000"/>
              </a:lnSpc>
            </a:pPr>
            <a:r>
              <a:rPr dirty="0"/>
              <a:t>An Innovation in Information Technology</a:t>
            </a:r>
          </a:p>
          <a:p>
            <a:pPr>
              <a:lnSpc>
                <a:spcPct val="150000"/>
              </a:lnSpc>
            </a:pPr>
            <a:endParaRPr dirty="0"/>
          </a:p>
          <a:p>
            <a:pPr>
              <a:lnSpc>
                <a:spcPct val="150000"/>
              </a:lnSpc>
            </a:pPr>
            <a:r>
              <a:rPr dirty="0"/>
              <a:t>Student: Edwin Ngugi </a:t>
            </a:r>
            <a:r>
              <a:rPr dirty="0" err="1"/>
              <a:t>Muruja</a:t>
            </a:r>
            <a:endParaRPr dirty="0"/>
          </a:p>
          <a:p>
            <a:pPr>
              <a:lnSpc>
                <a:spcPct val="150000"/>
              </a:lnSpc>
            </a:pPr>
            <a:r>
              <a:rPr dirty="0"/>
              <a:t>Course: Information Technology</a:t>
            </a:r>
          </a:p>
          <a:p>
            <a:pPr>
              <a:lnSpc>
                <a:spcPct val="150000"/>
              </a:lnSpc>
            </a:pPr>
            <a:endParaRPr dirty="0"/>
          </a:p>
          <a:p>
            <a:pPr>
              <a:lnSpc>
                <a:spcPct val="150000"/>
              </a:lnSpc>
            </a:pPr>
            <a:r>
              <a:rPr dirty="0"/>
              <a:t>This presentation explores how offline mobile applications can support African farmers in diagnosing crop diseases and improving agricultural productivity using information technology.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lstStyle/>
          <a:p>
            <a:r>
              <a:t>Agriculture plays a central role in African economies, employing a large portion of the population and contributing significantly to food security. Despite its importance, many farmers still rely on traditional farming methods and lack access to timely agricultural information. Information technology provides an opportunity to modernize agriculture and address long-standing challenges.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Background of the Problem</a:t>
            </a:r>
          </a:p>
        </p:txBody>
      </p:sp>
      <p:sp>
        <p:nvSpPr>
          <p:cNvPr id="3" name="Content Placeholder 2"/>
          <p:cNvSpPr>
            <a:spLocks noGrp="1"/>
          </p:cNvSpPr>
          <p:nvPr>
            <p:ph idx="1"/>
          </p:nvPr>
        </p:nvSpPr>
        <p:spPr/>
        <p:txBody>
          <a:bodyPr/>
          <a:lstStyle/>
          <a:p>
            <a:pPr>
              <a:lnSpc>
                <a:spcPct val="150000"/>
              </a:lnSpc>
            </a:pPr>
            <a:r>
              <a:rPr dirty="0"/>
              <a:t>Small-scale farmers face frequent crop diseases that reduce yields and income. Agricultural extension officers are few and often inaccessible, especially in rural areas. In addition, poor internet connectivity limits the use of many digital farming solutions. These factors combine to make disease management difficult and costly for farmers.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Problem Statement</a:t>
            </a:r>
          </a:p>
        </p:txBody>
      </p:sp>
      <p:sp>
        <p:nvSpPr>
          <p:cNvPr id="3" name="Content Placeholder 2"/>
          <p:cNvSpPr>
            <a:spLocks noGrp="1"/>
          </p:cNvSpPr>
          <p:nvPr>
            <p:ph idx="1"/>
          </p:nvPr>
        </p:nvSpPr>
        <p:spPr/>
        <p:txBody>
          <a:bodyPr/>
          <a:lstStyle/>
          <a:p>
            <a:pPr>
              <a:lnSpc>
                <a:spcPct val="150000"/>
              </a:lnSpc>
            </a:pPr>
            <a:r>
              <a:rPr dirty="0"/>
              <a:t>Farmers often identify crop diseases too late or use incorrect treatments due to lack of expert guidance. Traveling to consult agricultural officers is expensive and time-consuming. Most existing agricultural applications require constant internet access, making them unsuitable for many rural African communities.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Proposed Innovation</a:t>
            </a:r>
          </a:p>
        </p:txBody>
      </p:sp>
      <p:sp>
        <p:nvSpPr>
          <p:cNvPr id="3" name="Content Placeholder 2"/>
          <p:cNvSpPr>
            <a:spLocks noGrp="1"/>
          </p:cNvSpPr>
          <p:nvPr>
            <p:ph idx="1"/>
          </p:nvPr>
        </p:nvSpPr>
        <p:spPr/>
        <p:txBody>
          <a:bodyPr/>
          <a:lstStyle/>
          <a:p>
            <a:pPr>
              <a:lnSpc>
                <a:spcPct val="150000"/>
              </a:lnSpc>
            </a:pPr>
            <a:r>
              <a:rPr dirty="0"/>
              <a:t>The proposed innovation is an offline mobile agricultural application that assists farmers in identifying crop diseases and receiving treatment recommendations without relying on the internet. The application is designed to be affordable, easy to use, and suitable for rural environments.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the System Works</a:t>
            </a:r>
          </a:p>
        </p:txBody>
      </p:sp>
      <p:sp>
        <p:nvSpPr>
          <p:cNvPr id="3" name="Content Placeholder 2"/>
          <p:cNvSpPr>
            <a:spLocks noGrp="1"/>
          </p:cNvSpPr>
          <p:nvPr>
            <p:ph idx="1"/>
          </p:nvPr>
        </p:nvSpPr>
        <p:spPr/>
        <p:txBody>
          <a:bodyPr/>
          <a:lstStyle/>
          <a:p>
            <a:pPr>
              <a:lnSpc>
                <a:spcPct val="150000"/>
              </a:lnSpc>
            </a:pPr>
            <a:r>
              <a:rPr dirty="0"/>
              <a:t>The farmer captures an image of a diseased crop leaf using a smartphone camera. The image is processed within the application to improve quality and remove noise. A machine learning model embedded in the app analyzes the image and predicts the disease. The app then displays the disease name, description, and recommended treatment.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Technology Behind the Innovation</a:t>
            </a:r>
          </a:p>
        </p:txBody>
      </p:sp>
      <p:sp>
        <p:nvSpPr>
          <p:cNvPr id="3" name="Content Placeholder 2"/>
          <p:cNvSpPr>
            <a:spLocks noGrp="1"/>
          </p:cNvSpPr>
          <p:nvPr>
            <p:ph idx="1"/>
          </p:nvPr>
        </p:nvSpPr>
        <p:spPr/>
        <p:txBody>
          <a:bodyPr/>
          <a:lstStyle/>
          <a:p>
            <a:pPr>
              <a:lnSpc>
                <a:spcPct val="150000"/>
              </a:lnSpc>
            </a:pPr>
            <a:r>
              <a:rPr dirty="0"/>
              <a:t>The system uses mobile computing and machine learning technologies. Image classification models are trained using labeled datasets of crop diseases. The trained models are optimized and deployed on mobile devices using frameworks such as TensorFlow Lite, allowing the application to function efficiently offline.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Offline Functionality Matters</a:t>
            </a:r>
          </a:p>
        </p:txBody>
      </p:sp>
      <p:sp>
        <p:nvSpPr>
          <p:cNvPr id="3" name="Content Placeholder 2"/>
          <p:cNvSpPr>
            <a:spLocks noGrp="1"/>
          </p:cNvSpPr>
          <p:nvPr>
            <p:ph idx="1"/>
          </p:nvPr>
        </p:nvSpPr>
        <p:spPr/>
        <p:txBody>
          <a:bodyPr/>
          <a:lstStyle/>
          <a:p>
            <a:pPr>
              <a:lnSpc>
                <a:spcPct val="150000"/>
              </a:lnSpc>
            </a:pPr>
            <a:r>
              <a:rPr dirty="0"/>
              <a:t>Many rural areas in Africa experience unstable or no internet connectivity. Offline functionality ensures that farmers can access critical information at any time. This approach reduces dependency on network infrastructure and lowers data costs, making the solution practical and inclusive.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Benefits of the Innovation</a:t>
            </a:r>
          </a:p>
        </p:txBody>
      </p:sp>
      <p:sp>
        <p:nvSpPr>
          <p:cNvPr id="3" name="Content Placeholder 2"/>
          <p:cNvSpPr>
            <a:spLocks noGrp="1"/>
          </p:cNvSpPr>
          <p:nvPr>
            <p:ph idx="1"/>
          </p:nvPr>
        </p:nvSpPr>
        <p:spPr/>
        <p:txBody>
          <a:bodyPr/>
          <a:lstStyle/>
          <a:p>
            <a:pPr>
              <a:lnSpc>
                <a:spcPct val="150000"/>
              </a:lnSpc>
            </a:pPr>
            <a:r>
              <a:rPr dirty="0"/>
              <a:t>The application enables early detection of crop diseases, reducing crop losses. It empowers farmers with knowledge and improves decision-making at the farm level. The solution is scalable, cost-effective, and can be adapted to different crops and regions. Ultimately, it contributes to improved food security and farmer livelihoods.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Challenges and Limitations</a:t>
            </a:r>
          </a:p>
        </p:txBody>
      </p:sp>
      <p:sp>
        <p:nvSpPr>
          <p:cNvPr id="3" name="Content Placeholder 2"/>
          <p:cNvSpPr>
            <a:spLocks noGrp="1"/>
          </p:cNvSpPr>
          <p:nvPr>
            <p:ph idx="1"/>
          </p:nvPr>
        </p:nvSpPr>
        <p:spPr/>
        <p:txBody>
          <a:bodyPr/>
          <a:lstStyle/>
          <a:p>
            <a:pPr>
              <a:lnSpc>
                <a:spcPct val="150000"/>
              </a:lnSpc>
            </a:pPr>
            <a:r>
              <a:rPr dirty="0"/>
              <a:t>The innovation requires farmers to own smartphones, which may not be universal. Model accuracy depends on the quality and diversity of training data. Some diseases may appear similar, leading to possible misclassification. Continuous updates and farmer training are necessary to address these challenges.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Future Improvements</a:t>
            </a:r>
          </a:p>
        </p:txBody>
      </p:sp>
      <p:sp>
        <p:nvSpPr>
          <p:cNvPr id="3" name="Content Placeholder 2"/>
          <p:cNvSpPr>
            <a:spLocks noGrp="1"/>
          </p:cNvSpPr>
          <p:nvPr>
            <p:ph idx="1"/>
          </p:nvPr>
        </p:nvSpPr>
        <p:spPr/>
        <p:txBody>
          <a:bodyPr/>
          <a:lstStyle/>
          <a:p>
            <a:pPr>
              <a:lnSpc>
                <a:spcPct val="150000"/>
              </a:lnSpc>
            </a:pPr>
            <a:r>
              <a:rPr dirty="0"/>
              <a:t>Future versions of the application can support more crops and diseases. Integration of local languages can improve usability among farmers. Periodic model updates and optional online features can enhance accuracy. Partnerships with agricultural institutions can strengthen adoption.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pPr>
              <a:lnSpc>
                <a:spcPct val="150000"/>
              </a:lnSpc>
            </a:pPr>
            <a:r>
              <a:rPr dirty="0"/>
              <a:t>Offline mobile agricultural applications demonstrate the power of information technology in solving real-world African problems. By combining machine learning with mobile platforms, this innovation provides a sustainable, affordable, and locally relevant solution to agricultural challenges and supports long-term development.</a:t>
            </a:r>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4</TotalTime>
  <Words>611</Words>
  <Application>Microsoft Office PowerPoint</Application>
  <PresentationFormat>On-screen Show (4:3)</PresentationFormat>
  <Paragraphs>29</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Trebuchet MS</vt:lpstr>
      <vt:lpstr>Wingdings 3</vt:lpstr>
      <vt:lpstr>Facet</vt:lpstr>
      <vt:lpstr>Offline Mobile Agricultural Applications</vt:lpstr>
      <vt:lpstr>Introduction</vt:lpstr>
      <vt:lpstr>Background of the Problem</vt:lpstr>
      <vt:lpstr>Problem Statement</vt:lpstr>
      <vt:lpstr>Proposed Innovation</vt:lpstr>
      <vt:lpstr>How the System Works</vt:lpstr>
      <vt:lpstr>Technology Behind the Innovation</vt:lpstr>
      <vt:lpstr>Why Offline Functionality Matters</vt:lpstr>
      <vt:lpstr>Benefits of the Innovation</vt:lpstr>
      <vt:lpstr>Challenges and Limitations</vt:lpstr>
      <vt:lpstr>Future Improvements</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Edwin Ngugi</cp:lastModifiedBy>
  <cp:revision>2</cp:revision>
  <dcterms:created xsi:type="dcterms:W3CDTF">2013-01-27T09:14:16Z</dcterms:created>
  <dcterms:modified xsi:type="dcterms:W3CDTF">2026-01-29T20:44:15Z</dcterms:modified>
  <cp:category/>
</cp:coreProperties>
</file>