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528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2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795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058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733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96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147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849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464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75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3199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983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951717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483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3687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119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604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Media, Youth &amp; Mental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Restoring Psychological Well-being in the Attention Economy</a:t>
            </a:r>
          </a:p>
          <a:p>
            <a:endParaRPr/>
          </a:p>
          <a:p>
            <a:r>
              <a:t>Prepared by Edwin Ngugi Muruja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Social media platforms have transformed from simple communication tools into powerful psychological environments.</a:t>
            </a:r>
          </a:p>
          <a:p>
            <a:endParaRPr/>
          </a:p>
          <a:p>
            <a:r>
              <a:t>They shape identity, self-worth, and social behavior, especially among youth whose brains are still developing.</a:t>
            </a:r>
          </a:p>
          <a:p>
            <a:endParaRPr/>
          </a:p>
          <a:p>
            <a:r>
              <a:t>This presentation examines how algorithm-driven platforms influence mental health and social cohesion.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of Social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Early social media: connection and communication.</a:t>
            </a:r>
          </a:p>
          <a:p>
            <a:endParaRPr/>
          </a:p>
          <a:p>
            <a:r>
              <a:t>Modern platforms: monetized attention systems.</a:t>
            </a:r>
          </a:p>
          <a:p>
            <a:endParaRPr/>
          </a:p>
          <a:p>
            <a:r>
              <a:t>Shift from user-centered design to profit-centered design.</a:t>
            </a:r>
          </a:p>
          <a:p>
            <a:endParaRPr/>
          </a:p>
          <a:p>
            <a:r>
              <a:t>Engagement is now the primary metric of success.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Rising Mental Health Crisis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rise in anxiety and depression among adolescents.</a:t>
            </a:r>
          </a:p>
          <a:p>
            <a:endParaRPr/>
          </a:p>
          <a:p>
            <a:r>
              <a:t>Increase in reported loneliness and social withdrawal.</a:t>
            </a:r>
          </a:p>
          <a:p>
            <a:endParaRPr/>
          </a:p>
          <a:p>
            <a:r>
              <a:t>Correlation between heavy social media use and psychological distress.</a:t>
            </a:r>
          </a:p>
          <a:p>
            <a:endParaRPr/>
          </a:p>
          <a:p>
            <a:r>
              <a:t>Sleep disruption due to screen exposure.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Body Image &amp; Self-Perception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Photo-editing tools create unrealistic standards.</a:t>
            </a:r>
          </a:p>
          <a:p>
            <a:endParaRPr/>
          </a:p>
          <a:p>
            <a:r>
              <a:t>Comparison with influencers and peers.</a:t>
            </a:r>
          </a:p>
          <a:p>
            <a:endParaRPr/>
          </a:p>
          <a:p>
            <a:r>
              <a:t>Increased cases of body dysmorphia.</a:t>
            </a:r>
          </a:p>
          <a:p>
            <a:endParaRPr/>
          </a:p>
          <a:p>
            <a:r>
              <a:t>Self-worth increasingly tied to online validation (likes, comments, followers).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the Attention Economy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attention is the primary product sold to advertisers.</a:t>
            </a:r>
          </a:p>
          <a:p>
            <a:endParaRPr/>
          </a:p>
          <a:p>
            <a:r>
              <a:t>Algorithms are designed to maximize time spent on platforms.</a:t>
            </a:r>
          </a:p>
          <a:p>
            <a:endParaRPr/>
          </a:p>
          <a:p>
            <a:r>
              <a:t>Emotional and sensational content is prioritized.</a:t>
            </a:r>
          </a:p>
          <a:p>
            <a:endParaRPr/>
          </a:p>
          <a:p>
            <a:r>
              <a:t>Fear, outrage, and desire drive engagement.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Algorithmic Manipulation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Feeds are curated based on behavioral data.</a:t>
            </a:r>
          </a:p>
          <a:p>
            <a:endParaRPr/>
          </a:p>
          <a:p>
            <a:r>
              <a:t>Reinforcement loops amplify extreme content.</a:t>
            </a:r>
          </a:p>
          <a:p>
            <a:endParaRPr/>
          </a:p>
          <a:p>
            <a:r>
              <a:t>Users rarely see neutral or balanced perspectives.</a:t>
            </a:r>
          </a:p>
          <a:p>
            <a:endParaRPr/>
          </a:p>
          <a:p>
            <a:r>
              <a:t>Illusion of choice masks algorithmic control.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Comparison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Youth compare themselves to idealized online images.</a:t>
            </a:r>
          </a:p>
          <a:p>
            <a:endParaRPr/>
          </a:p>
          <a:p>
            <a:r>
              <a:t>Perceived success and beauty distort reality.</a:t>
            </a:r>
          </a:p>
          <a:p>
            <a:endParaRPr/>
          </a:p>
          <a:p>
            <a:r>
              <a:t>Comparison leads to envy, insecurity, and depression.</a:t>
            </a:r>
          </a:p>
          <a:p>
            <a:endParaRPr/>
          </a:p>
          <a:p>
            <a:r>
              <a:t>Reduced intrinsic self-esteem.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Cyberbullying &amp; Digital Aggression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Anonymity increases harmful behavior.</a:t>
            </a:r>
          </a:p>
          <a:p>
            <a:endParaRPr/>
          </a:p>
          <a:p>
            <a:r>
              <a:t>Public shaming and harassment become permanent.</a:t>
            </a:r>
          </a:p>
          <a:p>
            <a:endParaRPr/>
          </a:p>
          <a:p>
            <a:r>
              <a:t>Psychological trauma from online attacks.</a:t>
            </a:r>
          </a:p>
          <a:p>
            <a:endParaRPr/>
          </a:p>
          <a:p>
            <a:r>
              <a:t>Victims experience isolation and fear.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Addiction &amp; Dopamine Cycles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Notifications trigger dopamine responses.</a:t>
            </a:r>
          </a:p>
          <a:p>
            <a:endParaRPr/>
          </a:p>
          <a:p>
            <a:r>
              <a:t>Intermittent rewards mimic gambling behavior.</a:t>
            </a:r>
          </a:p>
          <a:p>
            <a:endParaRPr/>
          </a:p>
          <a:p>
            <a:r>
              <a:t>Habit formation through constant checking.</a:t>
            </a:r>
          </a:p>
          <a:p>
            <a:endParaRPr/>
          </a:p>
          <a:p>
            <a:r>
              <a:t>Loss of self-regulation and focus.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on Real-World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Reduced face-to-face communication skills.</a:t>
            </a:r>
          </a:p>
          <a:p>
            <a:endParaRPr/>
          </a:p>
          <a:p>
            <a:r>
              <a:t>Shallow online interactions replace deep bonds.</a:t>
            </a:r>
          </a:p>
          <a:p>
            <a:endParaRPr/>
          </a:p>
          <a:p>
            <a:r>
              <a:t>Family time displaced by screen time.</a:t>
            </a:r>
          </a:p>
          <a:p>
            <a:endParaRPr/>
          </a:p>
          <a:p>
            <a:r>
              <a:t>Community participation declines.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Erosion of Physical Communities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 spaces lose social function.</a:t>
            </a:r>
          </a:p>
          <a:p>
            <a:endParaRPr/>
          </a:p>
          <a:p>
            <a:r>
              <a:t>Youth spend leisure time online.</a:t>
            </a:r>
          </a:p>
          <a:p>
            <a:endParaRPr/>
          </a:p>
          <a:p>
            <a:r>
              <a:t>Intergenerational interaction decreases.</a:t>
            </a:r>
          </a:p>
          <a:p>
            <a:endParaRPr/>
          </a:p>
          <a:p>
            <a:r>
              <a:t>Shared cultural experiences weaken.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Consumption as Public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Similar to nutrition and substance use.</a:t>
            </a:r>
          </a:p>
          <a:p>
            <a:endParaRPr/>
          </a:p>
          <a:p>
            <a:r>
              <a:t>Overuse causes measurable harm.</a:t>
            </a:r>
          </a:p>
          <a:p>
            <a:endParaRPr/>
          </a:p>
          <a:p>
            <a:r>
              <a:t>Requires education, regulation, and community support.</a:t>
            </a:r>
          </a:p>
          <a:p>
            <a:endParaRPr/>
          </a:p>
          <a:p>
            <a:r>
              <a:t>Focus on prevention not punishment.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Need for Systemic Intervention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Individual willpower is insufficient.</a:t>
            </a:r>
          </a:p>
          <a:p>
            <a:endParaRPr/>
          </a:p>
          <a:p>
            <a:r>
              <a:t>Platforms are engineered for dependency.</a:t>
            </a:r>
          </a:p>
          <a:p>
            <a:endParaRPr/>
          </a:p>
          <a:p>
            <a:r>
              <a:t>Schools and communities must intervene.</a:t>
            </a:r>
          </a:p>
          <a:p>
            <a:endParaRPr/>
          </a:p>
          <a:p>
            <a:r>
              <a:t>Policy and education are necessary.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Citizenship Curriculum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Beyond online safety.</a:t>
            </a:r>
          </a:p>
          <a:p>
            <a:endParaRPr/>
          </a:p>
          <a:p>
            <a:r>
              <a:t>Teaching algorithm literacy.</a:t>
            </a:r>
          </a:p>
          <a:p>
            <a:endParaRPr/>
          </a:p>
          <a:p>
            <a:r>
              <a:t>Understanding persuasive design.</a:t>
            </a:r>
          </a:p>
          <a:p>
            <a:endParaRPr/>
          </a:p>
          <a:p>
            <a:r>
              <a:t>Ethical digital behavior.</a:t>
            </a:r>
          </a:p>
          <a:p>
            <a:endParaRPr/>
          </a:p>
          <a:p>
            <a:r>
              <a:t>Critical evaluation of online content.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Curriculum Content Areas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Psychology of influence.</a:t>
            </a:r>
          </a:p>
          <a:p>
            <a:endParaRPr/>
          </a:p>
          <a:p>
            <a:r>
              <a:t>Data privacy and digital identity.</a:t>
            </a:r>
          </a:p>
          <a:p>
            <a:endParaRPr/>
          </a:p>
          <a:p>
            <a:r>
              <a:t>Media literacy.</a:t>
            </a:r>
          </a:p>
          <a:p>
            <a:endParaRPr/>
          </a:p>
          <a:p>
            <a:r>
              <a:t>Healthy screen habits.</a:t>
            </a:r>
          </a:p>
          <a:p>
            <a:endParaRPr/>
          </a:p>
          <a:p>
            <a:r>
              <a:t>Empathy in digital spaces.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Digital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Increased self-awareness.</a:t>
            </a:r>
          </a:p>
          <a:p>
            <a:endParaRPr/>
          </a:p>
          <a:p>
            <a:r>
              <a:t>Improved critical thinking.</a:t>
            </a:r>
          </a:p>
          <a:p>
            <a:endParaRPr/>
          </a:p>
          <a:p>
            <a:r>
              <a:t>Reduced vulnerability to manipulation.</a:t>
            </a:r>
          </a:p>
          <a:p>
            <a:endParaRPr/>
          </a:p>
          <a:p>
            <a:r>
              <a:t>Responsible digital participation.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Green Zones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Designated device-free spaces.</a:t>
            </a:r>
          </a:p>
          <a:p>
            <a:endParaRPr/>
          </a:p>
          <a:p>
            <a:r>
              <a:t>Encourage human connection.</a:t>
            </a:r>
          </a:p>
          <a:p>
            <a:endParaRPr/>
          </a:p>
          <a:p>
            <a:r>
              <a:t>Safe environments for interaction.</a:t>
            </a:r>
          </a:p>
          <a:p>
            <a:endParaRPr/>
          </a:p>
          <a:p>
            <a:r>
              <a:t>Reclaim physical community life.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Green Zone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Storytelling sessions.</a:t>
            </a:r>
          </a:p>
          <a:p>
            <a:endParaRPr/>
          </a:p>
          <a:p>
            <a:r>
              <a:t>Sports and games.</a:t>
            </a:r>
          </a:p>
          <a:p>
            <a:endParaRPr/>
          </a:p>
          <a:p>
            <a:r>
              <a:t>Art and music.</a:t>
            </a:r>
          </a:p>
          <a:p>
            <a:endParaRPr/>
          </a:p>
          <a:p>
            <a:r>
              <a:t>Community service.</a:t>
            </a:r>
          </a:p>
          <a:p>
            <a:endParaRPr/>
          </a:p>
          <a:p>
            <a:r>
              <a:t>Cultural exchange.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Families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healthy digital behavior.</a:t>
            </a:r>
          </a:p>
          <a:p>
            <a:endParaRPr/>
          </a:p>
          <a:p>
            <a:r>
              <a:t>Create device-free times.</a:t>
            </a:r>
          </a:p>
          <a:p>
            <a:endParaRPr/>
          </a:p>
          <a:p>
            <a:r>
              <a:t>Encourage outdoor activities.</a:t>
            </a:r>
          </a:p>
          <a:p>
            <a:endParaRPr/>
          </a:p>
          <a:p>
            <a:r>
              <a:t>Open communication about online experiences.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Schools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 digital literacy.</a:t>
            </a:r>
          </a:p>
          <a:p>
            <a:endParaRPr/>
          </a:p>
          <a:p>
            <a:r>
              <a:t>Provide counseling support.</a:t>
            </a:r>
          </a:p>
          <a:p>
            <a:endParaRPr/>
          </a:p>
          <a:p>
            <a:r>
              <a:t>Encourage peer interaction.</a:t>
            </a:r>
          </a:p>
          <a:p>
            <a:endParaRPr/>
          </a:p>
          <a:p>
            <a:r>
              <a:t>Limit unnecessary screen dependence.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Community Leaders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Organize Green Zones.</a:t>
            </a:r>
          </a:p>
          <a:p>
            <a:endParaRPr/>
          </a:p>
          <a:p>
            <a:r>
              <a:t>Promote intergenerational dialogue.</a:t>
            </a:r>
          </a:p>
          <a:p>
            <a:endParaRPr/>
          </a:p>
          <a:p>
            <a:r>
              <a:t>Provide youth mentorship.</a:t>
            </a:r>
          </a:p>
          <a:p>
            <a:endParaRPr/>
          </a:p>
          <a:p>
            <a:r>
              <a:t>Strengthen cultural identity.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Regulate addictive design.</a:t>
            </a:r>
          </a:p>
          <a:p>
            <a:endParaRPr/>
          </a:p>
          <a:p>
            <a:r>
              <a:t>Protect youth data.</a:t>
            </a:r>
          </a:p>
          <a:p>
            <a:endParaRPr/>
          </a:p>
          <a:p>
            <a:r>
              <a:t>Transparency in algorithms.</a:t>
            </a:r>
          </a:p>
          <a:p>
            <a:endParaRPr/>
          </a:p>
          <a:p>
            <a:r>
              <a:t>Support mental health services.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Reduced anxiety and depression.</a:t>
            </a:r>
          </a:p>
          <a:p>
            <a:endParaRPr/>
          </a:p>
          <a:p>
            <a:r>
              <a:t>Stronger social bonds.</a:t>
            </a:r>
          </a:p>
          <a:p>
            <a:endParaRPr/>
          </a:p>
          <a:p>
            <a:r>
              <a:t>Healthier digital habits.</a:t>
            </a:r>
          </a:p>
          <a:p>
            <a:endParaRPr/>
          </a:p>
          <a:p>
            <a:r>
              <a:t>Resilient youth population.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Long-Term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Technology serving human needs.</a:t>
            </a:r>
          </a:p>
          <a:p>
            <a:endParaRPr/>
          </a:p>
          <a:p>
            <a:r>
              <a:t>Balanced digital and physical lives.</a:t>
            </a:r>
          </a:p>
          <a:p>
            <a:endParaRPr/>
          </a:p>
          <a:p>
            <a:r>
              <a:t>Stronger communities.</a:t>
            </a:r>
          </a:p>
          <a:p>
            <a:endParaRPr/>
          </a:p>
          <a:p>
            <a:r>
              <a:t>Psychological well-being prioritized.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Youth mental health is a collective responsibility.</a:t>
            </a:r>
          </a:p>
          <a:p>
            <a:endParaRPr/>
          </a:p>
          <a:p>
            <a:r>
              <a:t>Unchecked digital environments cause harm.</a:t>
            </a:r>
          </a:p>
          <a:p>
            <a:endParaRPr/>
          </a:p>
          <a:p>
            <a:r>
              <a:t>Education and community can restore balance.</a:t>
            </a:r>
          </a:p>
          <a:p>
            <a:endParaRPr/>
          </a:p>
          <a:p>
            <a:r>
              <a:t>The future depends on action today.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</TotalTime>
  <Words>709</Words>
  <Application>Microsoft Office PowerPoint</Application>
  <PresentationFormat>On-screen Show (4:3)</PresentationFormat>
  <Paragraphs>210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Trebuchet MS</vt:lpstr>
      <vt:lpstr>Wingdings 3</vt:lpstr>
      <vt:lpstr>Facet</vt:lpstr>
      <vt:lpstr>Social Media, Youth &amp; Mental Health</vt:lpstr>
      <vt:lpstr>Introduction</vt:lpstr>
      <vt:lpstr>Evolution of Social Media</vt:lpstr>
      <vt:lpstr>Rising Mental Health Crisis</vt:lpstr>
      <vt:lpstr>Body Image &amp; Self-Perception</vt:lpstr>
      <vt:lpstr>Understanding the Attention Economy</vt:lpstr>
      <vt:lpstr>Algorithmic Manipulation</vt:lpstr>
      <vt:lpstr>Social Comparison Theory</vt:lpstr>
      <vt:lpstr>Cyberbullying &amp; Digital Aggression</vt:lpstr>
      <vt:lpstr>Addiction &amp; Dopamine Cycles</vt:lpstr>
      <vt:lpstr>Impact on Real-World Relationships</vt:lpstr>
      <vt:lpstr>Erosion of Physical Communities</vt:lpstr>
      <vt:lpstr>Digital Consumption as Public Health</vt:lpstr>
      <vt:lpstr>Need for Systemic Intervention</vt:lpstr>
      <vt:lpstr>Digital Citizenship Curriculum</vt:lpstr>
      <vt:lpstr>Curriculum Content Areas</vt:lpstr>
      <vt:lpstr>Benefits of Digital Education</vt:lpstr>
      <vt:lpstr>Green Zones Concept</vt:lpstr>
      <vt:lpstr>Green Zone Activities</vt:lpstr>
      <vt:lpstr>Role of Families</vt:lpstr>
      <vt:lpstr>Role of Schools</vt:lpstr>
      <vt:lpstr>Role of Community Leaders</vt:lpstr>
      <vt:lpstr>Policy Implications</vt:lpstr>
      <vt:lpstr>Expected Outcomes</vt:lpstr>
      <vt:lpstr>Long-Term Vision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Edwin Ngugi</cp:lastModifiedBy>
  <cp:revision>2</cp:revision>
  <dcterms:created xsi:type="dcterms:W3CDTF">2013-01-27T09:14:16Z</dcterms:created>
  <dcterms:modified xsi:type="dcterms:W3CDTF">2026-01-30T05:32:29Z</dcterms:modified>
  <cp:category/>
</cp:coreProperties>
</file>