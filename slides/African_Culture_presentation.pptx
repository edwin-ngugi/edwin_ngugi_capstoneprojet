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80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666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999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63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14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415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200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8057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112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275802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529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7001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854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834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665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573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Oral Storytelling in Africa &amp; Gender Awareness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Cultural Heritage, Identity, and Social Transformation</a:t>
            </a:r>
          </a:p>
          <a:p>
            <a:endParaRPr/>
          </a:p>
          <a:p>
            <a:r>
              <a:t>Prepared by Edwin Ngugi Muruja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Oral storytelling is one of the oldest cultural practices in African societies.</a:t>
            </a:r>
          </a:p>
          <a:p>
            <a:endParaRPr/>
          </a:p>
          <a:p>
            <a:r>
              <a:t>Before written records, communities depended on stories to preserve knowledge.</a:t>
            </a:r>
          </a:p>
          <a:p>
            <a:endParaRPr/>
          </a:p>
          <a:p>
            <a:r>
              <a:t>Stories shaped identity, morals, and social behavior across generations.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Historical 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African societies relied on oral traditions for historical records.</a:t>
            </a:r>
          </a:p>
          <a:p>
            <a:endParaRPr/>
          </a:p>
          <a:p>
            <a:r>
              <a:t>Stories passed from elders to youth through performance.</a:t>
            </a:r>
          </a:p>
          <a:p>
            <a:endParaRPr/>
          </a:p>
          <a:p>
            <a:r>
              <a:t>Memory and narration were valued skills.</a:t>
            </a:r>
          </a:p>
          <a:p>
            <a:endParaRPr/>
          </a:p>
          <a:p>
            <a:r>
              <a:t>Knowledge was communal rather than individual.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Forms of Oral Storytelling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Folktales explaining human behavior.</a:t>
            </a:r>
          </a:p>
          <a:p>
            <a:endParaRPr/>
          </a:p>
          <a:p>
            <a:r>
              <a:t>Myths about origins and spirituality.</a:t>
            </a:r>
          </a:p>
          <a:p>
            <a:endParaRPr/>
          </a:p>
          <a:p>
            <a:r>
              <a:t>Legends of heroes and leaders.</a:t>
            </a:r>
          </a:p>
          <a:p>
            <a:endParaRPr/>
          </a:p>
          <a:p>
            <a:r>
              <a:t>Proverbs expressing wisdom and social rules.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Elders and Griots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Elders acted as moral guides.</a:t>
            </a:r>
          </a:p>
          <a:p>
            <a:endParaRPr/>
          </a:p>
          <a:p>
            <a:r>
              <a:t>Griots were trained historians and performers.</a:t>
            </a:r>
          </a:p>
          <a:p>
            <a:endParaRPr/>
          </a:p>
          <a:p>
            <a:r>
              <a:t>They preserved genealogy and political history.</a:t>
            </a:r>
          </a:p>
          <a:p>
            <a:endParaRPr/>
          </a:p>
          <a:p>
            <a:r>
              <a:t>They educated youth through entertainment.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Cultural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Preservation of history.</a:t>
            </a:r>
          </a:p>
          <a:p>
            <a:endParaRPr/>
          </a:p>
          <a:p>
            <a:r>
              <a:t>Transmission of values.</a:t>
            </a:r>
          </a:p>
          <a:p>
            <a:endParaRPr/>
          </a:p>
          <a:p>
            <a:r>
              <a:t>Strengthening community bonds.</a:t>
            </a:r>
          </a:p>
          <a:p>
            <a:endParaRPr/>
          </a:p>
          <a:p>
            <a:r>
              <a:t>Reinforcing collective identity.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Storytelling as Education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Teaching respect and responsibility.</a:t>
            </a:r>
          </a:p>
          <a:p>
            <a:endParaRPr/>
          </a:p>
          <a:p>
            <a:r>
              <a:t>Explaining natural and social phenomena.</a:t>
            </a:r>
          </a:p>
          <a:p>
            <a:endParaRPr/>
          </a:p>
          <a:p>
            <a:r>
              <a:t>Encouraging obedience and cooperation.</a:t>
            </a:r>
          </a:p>
          <a:p>
            <a:endParaRPr/>
          </a:p>
          <a:p>
            <a:r>
              <a:t>Developing language and memory skills.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Representation in Traditional Stories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Men portrayed as warriors and leaders.</a:t>
            </a:r>
          </a:p>
          <a:p>
            <a:endParaRPr/>
          </a:p>
          <a:p>
            <a:r>
              <a:t>Women portrayed as caregivers and wives.</a:t>
            </a:r>
          </a:p>
          <a:p>
            <a:endParaRPr/>
          </a:p>
          <a:p>
            <a:r>
              <a:t>Male bravery celebrated.</a:t>
            </a:r>
          </a:p>
          <a:p>
            <a:endParaRPr/>
          </a:p>
          <a:p>
            <a:r>
              <a:t>Female obedience idealized.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Social Meaning of Gender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Stories reflected historical labor division.</a:t>
            </a:r>
          </a:p>
          <a:p>
            <a:endParaRPr/>
          </a:p>
          <a:p>
            <a:r>
              <a:t>They justified male authority.</a:t>
            </a:r>
          </a:p>
          <a:p>
            <a:endParaRPr/>
          </a:p>
          <a:p>
            <a:r>
              <a:t>They normalized female dependence.</a:t>
            </a:r>
          </a:p>
          <a:p>
            <a:endParaRPr/>
          </a:p>
          <a:p>
            <a:r>
              <a:t>They influenced childhood socialization.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Children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Children learn expected behavior through stories.</a:t>
            </a:r>
          </a:p>
          <a:p>
            <a:endParaRPr/>
          </a:p>
          <a:p>
            <a:r>
              <a:t>Boys learn dominance and strength.</a:t>
            </a:r>
          </a:p>
          <a:p>
            <a:endParaRPr/>
          </a:p>
          <a:p>
            <a:r>
              <a:t>Girls learn submission and care roles.</a:t>
            </a:r>
          </a:p>
          <a:p>
            <a:endParaRPr/>
          </a:p>
          <a:p>
            <a:r>
              <a:t>These lessons shape adult identity.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Gender Stereotypes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Women depicted as weak or passive.</a:t>
            </a:r>
          </a:p>
          <a:p>
            <a:endParaRPr/>
          </a:p>
          <a:p>
            <a:r>
              <a:t>Men depicted as brave and aggressive.</a:t>
            </a:r>
          </a:p>
          <a:p>
            <a:endParaRPr/>
          </a:p>
          <a:p>
            <a:r>
              <a:t>Limited roles for female characters.</a:t>
            </a:r>
          </a:p>
          <a:p>
            <a:endParaRPr/>
          </a:p>
          <a:p>
            <a:r>
              <a:t>Stereotypes reinforced through repetition.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Need for Critical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Not all traditions should remain unquestioned.</a:t>
            </a:r>
          </a:p>
          <a:p>
            <a:endParaRPr/>
          </a:p>
          <a:p>
            <a:r>
              <a:t>Culture evolves with society.</a:t>
            </a:r>
          </a:p>
          <a:p>
            <a:endParaRPr/>
          </a:p>
          <a:p>
            <a:r>
              <a:t>Gender inequality harms development.</a:t>
            </a:r>
          </a:p>
          <a:p>
            <a:endParaRPr/>
          </a:p>
          <a:p>
            <a:r>
              <a:t>Stories must be reinterpreted.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Contemporary Storytellers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Writers modernize folktales.</a:t>
            </a:r>
          </a:p>
          <a:p>
            <a:endParaRPr/>
          </a:p>
          <a:p>
            <a:r>
              <a:t>Performers challenge stereotypes.</a:t>
            </a:r>
          </a:p>
          <a:p>
            <a:endParaRPr/>
          </a:p>
          <a:p>
            <a:r>
              <a:t>Women storytellers reshape narratives.</a:t>
            </a:r>
          </a:p>
          <a:p>
            <a:endParaRPr/>
          </a:p>
          <a:p>
            <a:r>
              <a:t>Youth create inclusive stories.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Reinterpreting Traditional Narratives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Women portrayed as leaders.</a:t>
            </a:r>
          </a:p>
          <a:p>
            <a:endParaRPr/>
          </a:p>
          <a:p>
            <a:r>
              <a:t>Men portrayed as caregivers.</a:t>
            </a:r>
          </a:p>
          <a:p>
            <a:endParaRPr/>
          </a:p>
          <a:p>
            <a:r>
              <a:t>Shared decision-making promoted.</a:t>
            </a:r>
          </a:p>
          <a:p>
            <a:endParaRPr/>
          </a:p>
          <a:p>
            <a:r>
              <a:t>Respect emphasized over dominance.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Storytelling for Gender Equality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Promotes mutual respect.</a:t>
            </a:r>
          </a:p>
          <a:p>
            <a:endParaRPr/>
          </a:p>
          <a:p>
            <a:r>
              <a:t>Encourages shared responsibility.</a:t>
            </a:r>
          </a:p>
          <a:p>
            <a:endParaRPr/>
          </a:p>
          <a:p>
            <a:r>
              <a:t>Builds confidence in girls.</a:t>
            </a:r>
          </a:p>
          <a:p>
            <a:endParaRPr/>
          </a:p>
          <a:p>
            <a:r>
              <a:t>Reduces harmful masculinity norms.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Storytelling and Social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Influences attitudes.</a:t>
            </a:r>
          </a:p>
          <a:p>
            <a:endParaRPr/>
          </a:p>
          <a:p>
            <a:r>
              <a:t>Shapes beliefs.</a:t>
            </a:r>
          </a:p>
          <a:p>
            <a:endParaRPr/>
          </a:p>
          <a:p>
            <a:r>
              <a:t>Encourages discussion.</a:t>
            </a:r>
          </a:p>
          <a:p>
            <a:endParaRPr/>
          </a:p>
          <a:p>
            <a:r>
              <a:t>Builds empathy.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Balancing Tradition and Modernity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Preserve cultural identity.</a:t>
            </a:r>
          </a:p>
          <a:p>
            <a:endParaRPr/>
          </a:p>
          <a:p>
            <a:r>
              <a:t>Adapt content for equality.</a:t>
            </a:r>
          </a:p>
          <a:p>
            <a:endParaRPr/>
          </a:p>
          <a:p>
            <a:r>
              <a:t>Avoid cultural erasure.</a:t>
            </a:r>
          </a:p>
          <a:p>
            <a:endParaRPr/>
          </a:p>
          <a:p>
            <a:r>
              <a:t>Promote inclusive heritage.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Schools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 oral literature in curriculum.</a:t>
            </a:r>
          </a:p>
          <a:p>
            <a:endParaRPr/>
          </a:p>
          <a:p>
            <a:r>
              <a:t>Analyze gender themes.</a:t>
            </a:r>
          </a:p>
          <a:p>
            <a:endParaRPr/>
          </a:p>
          <a:p>
            <a:r>
              <a:t>Encourage creative retelling.</a:t>
            </a:r>
          </a:p>
          <a:p>
            <a:endParaRPr/>
          </a:p>
          <a:p>
            <a:r>
              <a:t>Promote critical thinking.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Communities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 cultural festivals.</a:t>
            </a:r>
          </a:p>
          <a:p>
            <a:endParaRPr/>
          </a:p>
          <a:p>
            <a:r>
              <a:t>Encourage elders to adapt stories.</a:t>
            </a:r>
          </a:p>
          <a:p>
            <a:endParaRPr/>
          </a:p>
          <a:p>
            <a:r>
              <a:t>Mentor young storytellers.</a:t>
            </a:r>
          </a:p>
          <a:p>
            <a:endParaRPr/>
          </a:p>
          <a:p>
            <a:r>
              <a:t>Promote dialogue on gender.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Role of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Broadcast inclusive stories.</a:t>
            </a:r>
          </a:p>
          <a:p>
            <a:endParaRPr/>
          </a:p>
          <a:p>
            <a:r>
              <a:t>Document oral traditions.</a:t>
            </a:r>
          </a:p>
          <a:p>
            <a:endParaRPr/>
          </a:p>
          <a:p>
            <a:r>
              <a:t>Promote positive role models.</a:t>
            </a:r>
          </a:p>
          <a:p>
            <a:endParaRPr/>
          </a:p>
          <a:p>
            <a:r>
              <a:t>Counter harmful stereotypes.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Resistance to change.</a:t>
            </a:r>
          </a:p>
          <a:p>
            <a:endParaRPr/>
          </a:p>
          <a:p>
            <a:r>
              <a:t>Fear of cultural loss.</a:t>
            </a:r>
          </a:p>
          <a:p>
            <a:endParaRPr/>
          </a:p>
          <a:p>
            <a:r>
              <a:t>Limited documentation.</a:t>
            </a:r>
          </a:p>
          <a:p>
            <a:endParaRPr/>
          </a:p>
          <a:p>
            <a:r>
              <a:t>Urbanization reducing storytelling spaces.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Opportunities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Digital storytelling.</a:t>
            </a:r>
          </a:p>
          <a:p>
            <a:endParaRPr/>
          </a:p>
          <a:p>
            <a:r>
              <a:t>School drama programs.</a:t>
            </a:r>
          </a:p>
          <a:p>
            <a:endParaRPr/>
          </a:p>
          <a:p>
            <a:r>
              <a:t>Gender advocacy campaigns.</a:t>
            </a:r>
          </a:p>
          <a:p>
            <a:endParaRPr/>
          </a:p>
          <a:p>
            <a:r>
              <a:t>Youth cultural clubs.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Expected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Preserved heritage.</a:t>
            </a:r>
          </a:p>
          <a:p>
            <a:endParaRPr/>
          </a:p>
          <a:p>
            <a:r>
              <a:t>Increased gender awareness.</a:t>
            </a:r>
          </a:p>
          <a:p>
            <a:endParaRPr/>
          </a:p>
          <a:p>
            <a:r>
              <a:t>More balanced identities.</a:t>
            </a:r>
          </a:p>
          <a:p>
            <a:endParaRPr/>
          </a:p>
          <a:p>
            <a:r>
              <a:t>Stronger communities.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Long-Term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Culture that promotes equality.</a:t>
            </a:r>
          </a:p>
          <a:p>
            <a:endParaRPr/>
          </a:p>
          <a:p>
            <a:r>
              <a:t>Youth grounded in identity.</a:t>
            </a:r>
          </a:p>
          <a:p>
            <a:endParaRPr/>
          </a:p>
          <a:p>
            <a:r>
              <a:t>Gender justice through culture.</a:t>
            </a:r>
          </a:p>
          <a:p>
            <a:endParaRPr/>
          </a:p>
          <a:p>
            <a:r>
              <a:t>Tradition as a tool for progress.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Oral storytelling remains powerful.</a:t>
            </a:r>
          </a:p>
          <a:p>
            <a:endParaRPr/>
          </a:p>
          <a:p>
            <a:r>
              <a:t>It must evolve with society.</a:t>
            </a:r>
          </a:p>
          <a:p>
            <a:endParaRPr/>
          </a:p>
          <a:p>
            <a:r>
              <a:t>Gender-aware narratives can transform communities.</a:t>
            </a:r>
          </a:p>
          <a:p>
            <a:endParaRPr/>
          </a:p>
          <a:p>
            <a:r>
              <a:t>Culture and equality can coexist.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and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</TotalTime>
  <Words>597</Words>
  <Application>Microsoft Office PowerPoint</Application>
  <PresentationFormat>On-screen Show (4:3)</PresentationFormat>
  <Paragraphs>196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Trebuchet MS</vt:lpstr>
      <vt:lpstr>Wingdings 3</vt:lpstr>
      <vt:lpstr>Facet</vt:lpstr>
      <vt:lpstr>Oral Storytelling in Africa &amp; Gender Awareness</vt:lpstr>
      <vt:lpstr>Introduction</vt:lpstr>
      <vt:lpstr>Historical Background</vt:lpstr>
      <vt:lpstr>Forms of Oral Storytelling</vt:lpstr>
      <vt:lpstr>Role of Elders and Griots</vt:lpstr>
      <vt:lpstr>Cultural Functions</vt:lpstr>
      <vt:lpstr>Storytelling as Education</vt:lpstr>
      <vt:lpstr>Gender Representation in Traditional Stories</vt:lpstr>
      <vt:lpstr>Social Meaning of Gender Roles</vt:lpstr>
      <vt:lpstr>Impact on Children</vt:lpstr>
      <vt:lpstr>Gender Stereotypes</vt:lpstr>
      <vt:lpstr>Need for Critical Analysis</vt:lpstr>
      <vt:lpstr>Contemporary Storytellers</vt:lpstr>
      <vt:lpstr>Reinterpreting Traditional Narratives</vt:lpstr>
      <vt:lpstr>Storytelling for Gender Equality</vt:lpstr>
      <vt:lpstr>Storytelling and Social Change</vt:lpstr>
      <vt:lpstr>Balancing Tradition and Modernity</vt:lpstr>
      <vt:lpstr>Role of Schools</vt:lpstr>
      <vt:lpstr>Role of Communities</vt:lpstr>
      <vt:lpstr>Role of Media</vt:lpstr>
      <vt:lpstr>Challenges</vt:lpstr>
      <vt:lpstr>Opportunities</vt:lpstr>
      <vt:lpstr>Expected Outcomes</vt:lpstr>
      <vt:lpstr>Long-Term Vision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Edwin Ngugi</cp:lastModifiedBy>
  <cp:revision>2</cp:revision>
  <dcterms:created xsi:type="dcterms:W3CDTF">2013-01-27T09:14:16Z</dcterms:created>
  <dcterms:modified xsi:type="dcterms:W3CDTF">2026-01-30T05:37:39Z</dcterms:modified>
  <cp:category/>
</cp:coreProperties>
</file>