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146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80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395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754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128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882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582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814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064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884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307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732955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5333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068105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8887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8560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969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4006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Autobiography of Edwin Ngugi Muruja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From Uncertainty to Purpose</a:t>
            </a:r>
          </a:p>
          <a:p>
            <a:endParaRPr/>
          </a:p>
          <a:p>
            <a:r>
              <a:t>Prepared by Edwin Ngugi Muruja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Birth Into Uncertainty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Born on 21st November 2003 in Kayole, Nairobi.</a:t>
            </a:r>
          </a:p>
          <a:p>
            <a:endParaRPr/>
          </a:p>
          <a:p>
            <a:r>
              <a:t>Twin brother: Tony Mutuma.</a:t>
            </a:r>
          </a:p>
          <a:p>
            <a:endParaRPr/>
          </a:p>
          <a:p>
            <a:r>
              <a:t>Raised in difficult economic and emotional conditions.</a:t>
            </a:r>
          </a:p>
          <a:p>
            <a:endParaRPr/>
          </a:p>
          <a:p>
            <a:r>
              <a:t>Early life shaped by resilience and survival.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Mother’s Silent Struggle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Mother sacrificed to provide basic needs.</a:t>
            </a:r>
          </a:p>
          <a:p>
            <a:endParaRPr/>
          </a:p>
          <a:p>
            <a:r>
              <a:t>Faced food insecurity and emotional strain.</a:t>
            </a:r>
          </a:p>
          <a:p>
            <a:endParaRPr/>
          </a:p>
          <a:p>
            <a:r>
              <a:t>Strength shown through endurance and wisdom in seeking help.</a:t>
            </a:r>
          </a:p>
          <a:p>
            <a:endParaRPr/>
          </a:p>
          <a:p>
            <a:r>
              <a:t>Taught love, compassion, and self-belief.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Family Intervention and Rescue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Grandparents and uncle intervened.</a:t>
            </a:r>
          </a:p>
          <a:p>
            <a:endParaRPr/>
          </a:p>
          <a:p>
            <a:r>
              <a:t>Moved from Kayole to Tharaka Nithi County.</a:t>
            </a:r>
          </a:p>
          <a:p>
            <a:endParaRPr/>
          </a:p>
          <a:p>
            <a:r>
              <a:t>Transition from instability to structured life.</a:t>
            </a:r>
          </a:p>
          <a:p>
            <a:endParaRPr/>
          </a:p>
          <a:p>
            <a:r>
              <a:t>Beginning of hope and growth.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Sacrifice of Our Uncle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Uncle pursued college while raising us.</a:t>
            </a:r>
          </a:p>
          <a:p>
            <a:endParaRPr/>
          </a:p>
          <a:p>
            <a:r>
              <a:t>Later employed at Kenya Power Lighting Company.</a:t>
            </a:r>
          </a:p>
          <a:p>
            <a:endParaRPr/>
          </a:p>
          <a:p>
            <a:r>
              <a:t>Balanced own family with continued support.</a:t>
            </a:r>
          </a:p>
          <a:p>
            <a:endParaRPr/>
          </a:p>
          <a:p>
            <a:r>
              <a:t>Model of responsibility and faith.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Grandparents as Our Foundation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Provided discipline, faith, and love.</a:t>
            </a:r>
          </a:p>
          <a:p>
            <a:endParaRPr/>
          </a:p>
          <a:p>
            <a:r>
              <a:t>Grandmother with hypertension, grandfather with asthma.</a:t>
            </a:r>
          </a:p>
          <a:p>
            <a:endParaRPr/>
          </a:p>
          <a:p>
            <a:r>
              <a:t>Storytelling and moral lessons shaped character.</a:t>
            </a:r>
          </a:p>
          <a:p>
            <a:endParaRPr/>
          </a:p>
          <a:p>
            <a:r>
              <a:t>Strong spiritual foundation built.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Early Childhood in Tharaka Nithi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Life centered on chores, farming, and community.</a:t>
            </a:r>
          </a:p>
          <a:p>
            <a:endParaRPr/>
          </a:p>
          <a:p>
            <a:r>
              <a:t>Learned humility, gratitude, and responsibility.</a:t>
            </a:r>
          </a:p>
          <a:p>
            <a:endParaRPr/>
          </a:p>
          <a:p>
            <a:r>
              <a:t>Happiness found in simplicity.</a:t>
            </a:r>
          </a:p>
          <a:p>
            <a:endParaRPr/>
          </a:p>
          <a:p>
            <a:r>
              <a:t>Community became extended family.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Educational Beginnings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Started school at Ngeru Primary School.</a:t>
            </a:r>
          </a:p>
          <a:p>
            <a:endParaRPr/>
          </a:p>
          <a:p>
            <a:r>
              <a:t>Built academic foundations and discipline.</a:t>
            </a:r>
          </a:p>
          <a:p>
            <a:endParaRPr/>
          </a:p>
          <a:p>
            <a:r>
              <a:t>Teachers emphasized education as key to success.</a:t>
            </a:r>
          </a:p>
          <a:p>
            <a:endParaRPr/>
          </a:p>
          <a:p>
            <a:r>
              <a:t>Formed lasting friendships.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Developing Academic Curiosity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Enjoyed problem-solving.</a:t>
            </a:r>
          </a:p>
          <a:p>
            <a:endParaRPr/>
          </a:p>
          <a:p>
            <a:r>
              <a:t>Active participation in class.</a:t>
            </a:r>
          </a:p>
          <a:p>
            <a:endParaRPr/>
          </a:p>
          <a:p>
            <a:r>
              <a:t>Teachers nurtured love for learning.</a:t>
            </a:r>
          </a:p>
          <a:p>
            <a:endParaRPr/>
          </a:p>
          <a:p>
            <a:r>
              <a:t>Dedication led to improvement.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Rubate Achievers Academy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Higher academic standards.</a:t>
            </a:r>
          </a:p>
          <a:p>
            <a:endParaRPr/>
          </a:p>
          <a:p>
            <a:r>
              <a:t>Structured learning environment.</a:t>
            </a:r>
          </a:p>
          <a:p>
            <a:endParaRPr/>
          </a:p>
          <a:p>
            <a:r>
              <a:t>Family sacrifices motivated excellence.</a:t>
            </a:r>
          </a:p>
          <a:p>
            <a:endParaRPr/>
          </a:p>
          <a:p>
            <a:r>
              <a:t>Developed love for studying.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Academic Growth and Discipline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Built consistency and confidence.</a:t>
            </a:r>
          </a:p>
          <a:p>
            <a:endParaRPr/>
          </a:p>
          <a:p>
            <a:r>
              <a:t>Engaged in selected activities.</a:t>
            </a:r>
          </a:p>
          <a:p>
            <a:endParaRPr/>
          </a:p>
          <a:p>
            <a:r>
              <a:t>Prepared for boarding school life.</a:t>
            </a:r>
          </a:p>
          <a:p>
            <a:endParaRPr/>
          </a:p>
          <a:p>
            <a:r>
              <a:t>Focused on goals.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Boarding Life at St. Anselm Mururi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Joined in 2016.</a:t>
            </a:r>
          </a:p>
          <a:p>
            <a:endParaRPr/>
          </a:p>
          <a:p>
            <a:r>
              <a:t>Learned independence and resilience.</a:t>
            </a:r>
          </a:p>
          <a:p>
            <a:endParaRPr/>
          </a:p>
          <a:p>
            <a:r>
              <a:t>Made lifelong friendships.</a:t>
            </a:r>
          </a:p>
          <a:p>
            <a:endParaRPr/>
          </a:p>
          <a:p>
            <a:r>
              <a:t>Adapted to structured routine.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Preparing for KCPE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Long study hours.</a:t>
            </a:r>
          </a:p>
          <a:p>
            <a:endParaRPr/>
          </a:p>
          <a:p>
            <a:r>
              <a:t>Strict discipline.</a:t>
            </a:r>
          </a:p>
          <a:p>
            <a:endParaRPr/>
          </a:p>
          <a:p>
            <a:r>
              <a:t>Sought help from teachers and peers.</a:t>
            </a:r>
          </a:p>
          <a:p>
            <a:endParaRPr/>
          </a:p>
          <a:p>
            <a:r>
              <a:t>Improved efficiency and performance.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Joining Nkubu High School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Faced new challenges.</a:t>
            </a:r>
          </a:p>
          <a:p>
            <a:endParaRPr/>
          </a:p>
          <a:p>
            <a:r>
              <a:t>Learned responsibility and adaptability.</a:t>
            </a:r>
          </a:p>
          <a:p>
            <a:endParaRPr/>
          </a:p>
          <a:p>
            <a:r>
              <a:t>Overcame fear of failure.</a:t>
            </a:r>
          </a:p>
          <a:p>
            <a:endParaRPr/>
          </a:p>
          <a:p>
            <a:r>
              <a:t>Adopted growth mindset.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Character Formation in High School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Failures taught humility.</a:t>
            </a:r>
          </a:p>
          <a:p>
            <a:endParaRPr/>
          </a:p>
          <a:p>
            <a:r>
              <a:t>Success built persistence.</a:t>
            </a:r>
          </a:p>
          <a:p>
            <a:endParaRPr/>
          </a:p>
          <a:p>
            <a:r>
              <a:t>Learned integrity and respect for diversity.</a:t>
            </a:r>
          </a:p>
          <a:p>
            <a:endParaRPr/>
          </a:p>
          <a:p>
            <a:r>
              <a:t>Formed meaningful friendships.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Pandemic Interlude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Schools closed in 2020.</a:t>
            </a:r>
          </a:p>
          <a:p>
            <a:endParaRPr/>
          </a:p>
          <a:p>
            <a:r>
              <a:t>Returned home.</a:t>
            </a:r>
          </a:p>
          <a:p>
            <a:endParaRPr/>
          </a:p>
          <a:p>
            <a:r>
              <a:t>Engaged in farming.</a:t>
            </a:r>
          </a:p>
          <a:p>
            <a:endParaRPr/>
          </a:p>
          <a:p>
            <a:r>
              <a:t>Learned value of time and family.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KCSE and Transition to University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Sat KCSE in 2021.</a:t>
            </a:r>
          </a:p>
          <a:p>
            <a:endParaRPr/>
          </a:p>
          <a:p>
            <a:r>
              <a:t>Symbol of family sacrifice.</a:t>
            </a:r>
          </a:p>
          <a:p>
            <a:endParaRPr/>
          </a:p>
          <a:p>
            <a:r>
              <a:t>Joined Dedan Kimathi University of Technology.</a:t>
            </a:r>
          </a:p>
          <a:p>
            <a:endParaRPr/>
          </a:p>
          <a:p>
            <a:r>
              <a:t>Entered new phase of growth.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Discovering Technology as Purpose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Developed passion for computing.</a:t>
            </a:r>
          </a:p>
          <a:p>
            <a:endParaRPr/>
          </a:p>
          <a:p>
            <a:r>
              <a:t>Explored programming and systems.</a:t>
            </a:r>
          </a:p>
          <a:p>
            <a:endParaRPr/>
          </a:p>
          <a:p>
            <a:r>
              <a:t>Inspired to solve real-world problems.</a:t>
            </a:r>
          </a:p>
          <a:p>
            <a:endParaRPr/>
          </a:p>
          <a:p>
            <a:r>
              <a:t>Focused on agriculture and community solutions.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Campus Life and Practical Experiences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Attended lectures and practicals.</a:t>
            </a:r>
          </a:p>
          <a:p>
            <a:endParaRPr/>
          </a:p>
          <a:p>
            <a:r>
              <a:t>Applied knowledge in real-world contexts.</a:t>
            </a:r>
          </a:p>
          <a:p>
            <a:endParaRPr/>
          </a:p>
          <a:p>
            <a:r>
              <a:t>Study groups built teamwork.</a:t>
            </a:r>
          </a:p>
          <a:p>
            <a:endParaRPr/>
          </a:p>
          <a:p>
            <a:r>
              <a:t>Community became second family.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Family Support and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Family remained anchor.</a:t>
            </a:r>
          </a:p>
          <a:p>
            <a:endParaRPr/>
          </a:p>
          <a:p>
            <a:r>
              <a:t>Inspired by uncle and grandparents.</a:t>
            </a:r>
          </a:p>
          <a:p>
            <a:endParaRPr/>
          </a:p>
          <a:p>
            <a:r>
              <a:t>Vision: empower communities using technology.</a:t>
            </a:r>
          </a:p>
          <a:p>
            <a:endParaRPr/>
          </a:p>
          <a:p>
            <a:r>
              <a:t>Guided by integrity and impact.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Reflection and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Journey shaped by faith and sacrifice.</a:t>
            </a:r>
          </a:p>
          <a:p>
            <a:endParaRPr/>
          </a:p>
          <a:p>
            <a:r>
              <a:t>Background does not define destiny.</a:t>
            </a:r>
          </a:p>
          <a:p>
            <a:endParaRPr/>
          </a:p>
          <a:p>
            <a:r>
              <a:t>Adversity transformed into purpose.</a:t>
            </a:r>
          </a:p>
          <a:p>
            <a:endParaRPr/>
          </a:p>
          <a:p>
            <a:r>
              <a:t>Hopeful for future challenges and success.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</TotalTime>
  <Words>558</Words>
  <Application>Microsoft Office PowerPoint</Application>
  <PresentationFormat>On-screen Show (4:3)</PresentationFormat>
  <Paragraphs>164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Trebuchet MS</vt:lpstr>
      <vt:lpstr>Wingdings 3</vt:lpstr>
      <vt:lpstr>Facet</vt:lpstr>
      <vt:lpstr>Autobiography of Edwin Ngugi Muruja</vt:lpstr>
      <vt:lpstr>Birth Into Uncertainty</vt:lpstr>
      <vt:lpstr>A Mother’s Silent Struggle</vt:lpstr>
      <vt:lpstr>Family Intervention and Rescue</vt:lpstr>
      <vt:lpstr>The Sacrifice of Our Uncle</vt:lpstr>
      <vt:lpstr>Grandparents as Our Foundation</vt:lpstr>
      <vt:lpstr>Early Childhood in Tharaka Nithi</vt:lpstr>
      <vt:lpstr>Educational Beginnings</vt:lpstr>
      <vt:lpstr>Developing Academic Curiosity</vt:lpstr>
      <vt:lpstr>Rubate Achievers Academy</vt:lpstr>
      <vt:lpstr>Academic Growth and Discipline</vt:lpstr>
      <vt:lpstr>Boarding Life at St. Anselm Mururi</vt:lpstr>
      <vt:lpstr>Preparing for KCPE</vt:lpstr>
      <vt:lpstr>Joining Nkubu High School</vt:lpstr>
      <vt:lpstr>Character Formation in High School</vt:lpstr>
      <vt:lpstr>The Pandemic Interlude</vt:lpstr>
      <vt:lpstr>KCSE and Transition to University</vt:lpstr>
      <vt:lpstr>Discovering Technology as Purpose</vt:lpstr>
      <vt:lpstr>Campus Life and Practical Experiences</vt:lpstr>
      <vt:lpstr>Family Support and Vision</vt:lpstr>
      <vt:lpstr>Reflection and 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Edwin Ngugi</cp:lastModifiedBy>
  <cp:revision>2</cp:revision>
  <dcterms:created xsi:type="dcterms:W3CDTF">2013-01-27T09:14:16Z</dcterms:created>
  <dcterms:modified xsi:type="dcterms:W3CDTF">2026-01-30T10:42:54Z</dcterms:modified>
  <cp:category/>
</cp:coreProperties>
</file>